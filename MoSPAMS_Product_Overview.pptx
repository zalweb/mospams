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80560" y="1005840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681728" y="1133856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00600" y="10241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4D4D8"/>
                </a:solidFill>
                <a:latin typeface="Segoe UI"/>
              </a:rPr>
              <a:t>Multi-Tenant SaaS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8503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Transform your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40280"/>
            <a:ext cx="8503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A1A1AA"/>
                </a:solidFill>
                <a:latin typeface="Segoe UI"/>
              </a:rPr>
              <a:t>motorcycle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8503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840480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1A1AA"/>
                </a:solidFill>
                <a:latin typeface="Segoe UI"/>
              </a:rPr>
              <a:t>All-in-one SaaS platform for inventory, service jobs, sales, reports, and team management.
Multi-tenant by design — each shop gets its own branded subdomain.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846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48737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Secure &amp; Reliable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846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48737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Real-time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846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48737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Analytics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Segoe UI"/>
              </a:rPr>
              <a:t>MoSPAMS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400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1717A"/>
                </a:solidFill>
                <a:latin typeface="Segoe UI"/>
              </a:rPr>
              <a:t>mospams.shop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114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About MoSPAMS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Built for small-to-medium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A1A1AA"/>
                </a:solidFill>
                <a:latin typeface="Segoe UI"/>
              </a:rPr>
              <a:t>motorcycle businesses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  <a:latin typeface="Segoe UI"/>
              </a:rPr>
              <a:t>MoSPAMS is designed to reduce manual paperwork, prevent stock
discrepancies, organize service records, speed up transactions, and
provide useful business insights for motorcycle repair shops and parts retailers.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Reduce Manual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Eliminate handwritten records and spreadsheet mistakes. MoSPAMS keeps all data accurate.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79392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Improve Shop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Speed up service jobs, transactions, and stock updates so your team does more real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Make Better Business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Use sales reports, inventory summaries, and service data to grow your shop smarter.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82296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9601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Segoe UI"/>
              </a:rPr>
              <a:t>Cloud-Based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82296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9601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4813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Segoe UI"/>
              </a:rPr>
              <a:t>User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19456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529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Segoe UI"/>
              </a:rPr>
              <a:t>Report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19456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8529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Segoe UI"/>
              </a:rPr>
              <a:t>Transactions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61188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3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Version 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Segoe UI"/>
              </a:rPr>
              <a:t>SaaS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4348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Segoe UI"/>
              </a:rPr>
              <a:t>MoSPAMS is a full multi-tenant SaaS platform. Owner, Staff,
Mechanic, and Customer roles are all active with dedicated
dashboards and workflows.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52578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52852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Inventory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2578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52852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52578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52852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Sales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52578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15600" y="52852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Reports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55504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0" y="55778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Users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5504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60" y="55778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Branding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55504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0" y="55778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Multi-Tenancy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24160" y="55504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15600" y="55778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Google Auth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Segoe UI"/>
              </a:rPr>
              <a:t>MoSPAMS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6400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1717A"/>
                </a:solidFill>
                <a:latin typeface="Segoe UI"/>
              </a:rPr>
              <a:t>mospams.shop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Powerful features built for motorcycle shop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98448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A1A1AA"/>
                </a:solidFill>
                <a:latin typeface="Segoe UI"/>
              </a:rPr>
              <a:t>Everything your shop needs — inventory, service jobs, team management, and branding.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4632" y="1993392"/>
            <a:ext cx="274320" cy="274320"/>
          </a:xfrm>
          <a:prstGeom prst="rect">
            <a:avLst/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35915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Inventory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70048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Track parts, categories, stock movements, low-stock alerts, and barcode lookups.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Stock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09928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1216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Low-Stock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82880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16552" y="1993392"/>
            <a:ext cx="274320" cy="274320"/>
          </a:xfrm>
          <a:prstGeom prst="rect">
            <a:avLst/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Service Job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670048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Create service records, assign mechanics, attach parts, and track job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Mechanic Assignment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41848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Job Parts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3136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Status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182880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48472" y="1993392"/>
            <a:ext cx="274320" cy="274320"/>
          </a:xfrm>
          <a:prstGeom prst="rect">
            <a:avLst/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235915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Sales &amp; Transactions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670048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Record parts-only and service transactions with Cash and GCash payment tracking.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2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Cash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73768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GCash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71048" y="35661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35056" y="35935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Discounts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416052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4632" y="4325112"/>
            <a:ext cx="274320" cy="274320"/>
          </a:xfrm>
          <a:prstGeom prst="rect">
            <a:avLst/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" y="469087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Reports &amp;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5001768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Sales reports, inventory summaries, service performance, and real-time KPI dashboard.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Sales Report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45920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09928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Income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07208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71216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Dashboard KPIs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416052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416552" y="4325112"/>
            <a:ext cx="274320" cy="274320"/>
          </a:xfrm>
          <a:prstGeom prst="rect">
            <a:avLst/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16552" y="469087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Role-Based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2" y="5001768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Five distinct roles — Owner, Staff, Mechanic, and Customer — each with tailored permissions.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16552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80560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5 Roles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77840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41848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Permissions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39128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03136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Google Sign-In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83880" y="416052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348472" y="4325112"/>
            <a:ext cx="274320" cy="274320"/>
          </a:xfrm>
          <a:prstGeom prst="rect">
            <a:avLst/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48472" y="469087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Multi-Tenant &amp; Branding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8472" y="5001768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Each shop gets its own subdomain, logo, color scheme, and fully isolated data.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48472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12480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Subdomains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0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573768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Shop Branding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671048" y="58978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35056" y="5925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A1A1AA"/>
                </a:solidFill>
                <a:latin typeface="Segoe UI"/>
              </a:rPr>
              <a:t>Data Isolation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Segoe UI"/>
              </a:rPr>
              <a:t>MoSPAMS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6400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1717A"/>
                </a:solidFill>
                <a:latin typeface="Segoe UI"/>
              </a:rPr>
              <a:t>mospams.shop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Dashboard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Real-time shop overview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  <a:latin typeface="Segoe UI"/>
              </a:rPr>
              <a:t>KPI cards, sales charts, and live data — all in one unified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83080"/>
            <a:ext cx="11430000" cy="4663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MoSPAMS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Real-time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920240"/>
            <a:ext cx="1463040" cy="256032"/>
          </a:xfrm>
          <a:prstGeom prst="roundRect">
            <a:avLst>
              <a:gd name="adj" fmla="val 8000"/>
            </a:avLst>
          </a:prstGeom>
          <a:solidFill>
            <a:srgbClr val="052E16"/>
          </a:solidFill>
          <a:ln w="63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22992" y="1993392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51008" y="19202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Segoe UI"/>
              </a:rPr>
              <a:t>Live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86000"/>
            <a:ext cx="11247120" cy="0"/>
          </a:xfrm>
          <a:prstGeom prst="line">
            <a:avLst/>
          </a:prstGeom>
          <a:ln w="6350">
            <a:solidFill>
              <a:srgbClr val="3F3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2423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PHP 48.2K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449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Segoe UI"/>
              </a:rPr>
              <a:t>+12%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423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24871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Active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2491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0449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Segoe UI"/>
              </a:rPr>
              <a:t>+3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23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24871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Parts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2491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1,247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449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71717A"/>
                </a:solidFill>
                <a:latin typeface="Segoe UI"/>
              </a:rPr>
              <a:t>-8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423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98280" y="24871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72491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0449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Segoe UI"/>
              </a:rPr>
              <a:t>+8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493008"/>
            <a:ext cx="10927080" cy="260604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6118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Sales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886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PHP 125,450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36118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052E16"/>
          </a:solidFill>
          <a:ln w="63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95560" y="36118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4ADE80"/>
                </a:solidFill>
                <a:latin typeface="Segoe UI"/>
              </a:rPr>
              <a:t>+18.2%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21808"/>
            <a:ext cx="502920" cy="576072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453896" y="5001768"/>
            <a:ext cx="502920" cy="896112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130552" y="5193792"/>
            <a:ext cx="502920" cy="7040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07208" y="4809744"/>
            <a:ext cx="502920" cy="1088136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83864" y="5129784"/>
            <a:ext cx="502920" cy="768096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60520" y="4681728"/>
            <a:ext cx="502920" cy="1216152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37176" y="4937760"/>
            <a:ext cx="502920" cy="96012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13832" y="4745736"/>
            <a:ext cx="502920" cy="1152144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0488" y="5065776"/>
            <a:ext cx="502920" cy="832104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867144" y="4771339"/>
            <a:ext cx="502920" cy="112654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43800" y="5001768"/>
            <a:ext cx="502920" cy="896112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0456" y="4720132"/>
            <a:ext cx="502920" cy="1177747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897112" y="4899355"/>
            <a:ext cx="502920" cy="998524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573768" y="4681728"/>
            <a:ext cx="502920" cy="1216152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250424" y="4848148"/>
            <a:ext cx="502920" cy="1049731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927080" y="4771339"/>
            <a:ext cx="502920" cy="112654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71600" y="59618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Jan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59618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Feb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9618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Mar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59618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Apr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Segoe UI"/>
              </a:rPr>
              <a:t>MoSPAMS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6400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1717A"/>
                </a:solidFill>
                <a:latin typeface="Segoe UI"/>
              </a:rPr>
              <a:t>mospams.shop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Designed for real shop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9844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A1A1AA"/>
                </a:solidFill>
                <a:latin typeface="Segoe UI"/>
              </a:rPr>
              <a:t>Role-based access ensures every team member sees exactly what they need — nothing more, nothing less.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9659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3774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52E16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240487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4ADE80"/>
                </a:solidFill>
                <a:latin typeface="Segoe UI"/>
              </a:rPr>
              <a:t>Primary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186537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75688" y="189280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9090B"/>
                </a:solidFill>
                <a:latin typeface="Segoe UI"/>
              </a:rP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83464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Full shop access: inventory, service jobs, sales, reports, user management, shop branding, and activity 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703320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Inventory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4050792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Service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4398264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306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Sales &amp; Transactions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4745736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54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Reports &amp;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5093208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001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User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440680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Shop Branding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" y="5788152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6967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Activity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8288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24612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0712" y="19659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Staff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23774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52E16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02152" y="240487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4ADE80"/>
                </a:solidFill>
                <a:latin typeface="Segoe UI"/>
              </a:rPr>
              <a:t>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283464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Operational access to daily shop tasks: manage inventory, service jobs, sales transactions, and view reports.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0712" y="3703320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66160" y="3611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Inventory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0712" y="4050792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39593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Stock Movements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0712" y="4398264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306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Service Job Mgmt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4745736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66160" y="4654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Sales &amp; Transactions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10712" y="5093208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001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View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8288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17220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19659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Mechanic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36792" y="23774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52E16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8232" y="240487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4ADE80"/>
                </a:solidFill>
                <a:latin typeface="Segoe UI"/>
              </a:rPr>
              <a:t>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283464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Dedicated dashboard for assigned service jobs. View job details, update status, add or remove parts used.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36792" y="3703320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3611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View Assigned Jobs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36792" y="4050792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39593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Update Job Status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36792" y="4398264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4306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Add/Remove Parts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36792" y="4745736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4654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Job Details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8280" y="18288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9828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62872" y="19659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Customer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62872" y="23774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52E16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54312" y="240487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4ADE80"/>
                </a:solidFill>
                <a:latin typeface="Segoe UI"/>
              </a:rPr>
              <a:t>Active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62872" y="283464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Self-service portal: view service history, submit service requests, and track payment records.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62872" y="3703320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18320" y="3611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View Service History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62872" y="4050792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18320" y="39593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Create Service Requests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62872" y="4398264"/>
            <a:ext cx="82296" cy="822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18320" y="4306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D4D4D8"/>
                </a:solidFill>
                <a:latin typeface="Segoe UI"/>
              </a:rPr>
              <a:t>Payment History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6080760"/>
            <a:ext cx="11430000" cy="548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" y="614476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Role-Based Onboarding:  New team members sign up with Google and request their role. The Owner approves each request before access is granted.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492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Segoe UI"/>
              </a:rPr>
              <a:t>MoSPAMS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64922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1717A"/>
                </a:solidFill>
                <a:latin typeface="Segoe UI"/>
              </a:rPr>
              <a:t>mospams.shop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Why MoSPAMS?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The smartest way to run your motorcycle 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Stop Losing Money to Manual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Handwritten records and spreadsheets cause stock discrepancies, missed charges, and lost revenue. MoSPAMS eliminates these by keeping every part, job, and transaction in one accurate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305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Automated stock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1031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1305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Accurate invoices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1031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21305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Zero double-entry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5468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461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Run a Faster, More Organized 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11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From creating a service job to processing payment, MoSPAMS shortens every workflow. Mechanics see their jobs instantly, staff record sales in seconds, and owners get reports with one click.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6576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36850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Mechanic job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6576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6850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Fast POS-style 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36576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36850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One-click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70916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2920" y="48920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0060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Grow With Real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16636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Segoe UI"/>
              </a:rPr>
              <a:t>MoSPAMS gives you the business intelligence to make smart decisions — which parts sell most, which services earn most, and which mechanics are most productive.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52395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Sales trend reports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52395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Income breakdowns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0" y="52395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Segoe UI"/>
              </a:rPr>
              <a:t>Performance KPIs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989320"/>
            <a:ext cx="9418320" cy="594360"/>
          </a:xfrm>
          <a:prstGeom prst="roundRect">
            <a:avLst>
              <a:gd name="adj" fmla="val 8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605332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Ready to transform your shop?  →  mospams.shop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Segoe UI"/>
              </a:rPr>
              <a:t>MoSPAMS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4922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1717A"/>
                </a:solidFill>
                <a:latin typeface="Segoe UI"/>
              </a:rPr>
              <a:t>mospams.shop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Get started today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31720"/>
            <a:ext cx="9418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A1A1AA"/>
                </a:solidFill>
                <a:latin typeface="Segoe UI"/>
              </a:rPr>
              <a:t>your shop deserves better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461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1A1AA"/>
                </a:solidFill>
                <a:latin typeface="Segoe UI"/>
              </a:rPr>
              <a:t>MoSPAMS — Motorcycle Service and Parts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38404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  <a:latin typeface="Segoe UI"/>
              </a:rPr>
              <a:t>Start free trial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8404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View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Segoe UI"/>
              </a:rPr>
              <a:t>mospams.shop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71717A"/>
                </a:solidFill>
                <a:latin typeface="Segoe UI"/>
              </a:rPr>
              <a:t>support@mospams.shop  •  14-day free trial  •  No credit card required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5989320"/>
            <a:ext cx="8503920" cy="0"/>
          </a:xfrm>
          <a:prstGeom prst="line">
            <a:avLst/>
          </a:prstGeom>
          <a:ln w="6350">
            <a:solidFill>
              <a:srgbClr val="3F3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71717A"/>
                </a:solidFill>
                <a:latin typeface="Segoe UI"/>
              </a:rPr>
              <a:t>MoSPAMS — Confidential Product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830</Words>
  <Application>Microsoft Office PowerPoint</Application>
  <PresentationFormat>Custom</PresentationFormat>
  <Paragraphs>172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frienzal sumalpong</cp:lastModifiedBy>
  <cp:revision>1</cp:revision>
  <dcterms:created xsi:type="dcterms:W3CDTF">2013-01-27T09:14:16Z</dcterms:created>
  <dcterms:modified xsi:type="dcterms:W3CDTF">2026-05-19T04:56:08Z</dcterms:modified>
  <cp:category/>
</cp:coreProperties>
</file>